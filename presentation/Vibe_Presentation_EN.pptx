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548640"/>
            <a:ext cx="790042" cy="790042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Shape 1"/>
          <p:cNvSpPr/>
          <p:nvPr/>
        </p:nvSpPr>
        <p:spPr>
          <a:xfrm>
            <a:off x="10341864" y="548640"/>
            <a:ext cx="790042" cy="790042"/>
          </a:xfrm>
          <a:prstGeom prst="rect">
            <a:avLst/>
          </a:prstGeom>
          <a:solidFill>
            <a:srgbClr val="E10500"/>
          </a:solidFill>
          <a:ln/>
        </p:spPr>
      </p:sp>
      <p:sp>
        <p:nvSpPr>
          <p:cNvPr id="4" name="Shape 2"/>
          <p:cNvSpPr/>
          <p:nvPr/>
        </p:nvSpPr>
        <p:spPr>
          <a:xfrm>
            <a:off x="9464040" y="1426464"/>
            <a:ext cx="790042" cy="790042"/>
          </a:xfrm>
          <a:prstGeom prst="rect">
            <a:avLst/>
          </a:prstGeom>
          <a:solidFill>
            <a:srgbClr val="FFD800"/>
          </a:solidFill>
          <a:ln/>
        </p:spPr>
      </p:sp>
      <p:sp>
        <p:nvSpPr>
          <p:cNvPr id="5" name="Shape 3"/>
          <p:cNvSpPr/>
          <p:nvPr/>
        </p:nvSpPr>
        <p:spPr>
          <a:xfrm>
            <a:off x="11219688" y="1426464"/>
            <a:ext cx="790042" cy="790042"/>
          </a:xfrm>
          <a:prstGeom prst="rect">
            <a:avLst/>
          </a:prstGeom>
          <a:solidFill>
            <a:srgbClr val="FA500F"/>
          </a:solidFill>
          <a:ln/>
        </p:spPr>
      </p:sp>
      <p:sp>
        <p:nvSpPr>
          <p:cNvPr id="6" name="Shape 4"/>
          <p:cNvSpPr/>
          <p:nvPr/>
        </p:nvSpPr>
        <p:spPr>
          <a:xfrm>
            <a:off x="10341864" y="2304288"/>
            <a:ext cx="790042" cy="790042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7" name="Shape 5"/>
          <p:cNvSpPr/>
          <p:nvPr/>
        </p:nvSpPr>
        <p:spPr>
          <a:xfrm>
            <a:off x="11219688" y="548640"/>
            <a:ext cx="790042" cy="790042"/>
          </a:xfrm>
          <a:prstGeom prst="rect">
            <a:avLst/>
          </a:prstGeom>
          <a:solidFill>
            <a:srgbClr val="FFD8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FF6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9875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“one shot” to an</a:t>
            </a:r>
            <a:endParaRPr lang="en-US" sz="5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 development loop</a:t>
            </a:r>
            <a:endParaRPr lang="en-US" sz="5000" dirty="0"/>
          </a:p>
        </p:txBody>
      </p:sp>
      <p:sp>
        <p:nvSpPr>
          <p:cNvPr id="10" name="Shape 8"/>
          <p:cNvSpPr/>
          <p:nvPr/>
        </p:nvSpPr>
        <p:spPr>
          <a:xfrm>
            <a:off x="658368" y="3520440"/>
            <a:ext cx="457200" cy="73152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0332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a client demo into a development workflow you can actually test in Chrome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5989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Matthieu Carré   ·   Jacques Dumora   ·   Cédric Brzyski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389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77240" cy="777240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1417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vibe-in-chrome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1600200" y="19659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6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drives a real Chrome browser to test the interface it just generated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8813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743200"/>
            <a:ext cx="10881360" cy="73152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46120"/>
            <a:ext cx="10149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Opens the generated site and walks through the actual user journey — not just the code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Surfaces UI bugs a one-shot prompt can't catch: overlaps, misplaced buttons, confusing interaction order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Closes the loop: open → try → observe → fix → verify again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Ships as an installable OSS skill, built on a forked CLI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62636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 contribution and pull request in progress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ect">
            <a:avLst/>
          </a:prstGeom>
          <a:solidFill>
            <a:srgbClr val="E105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389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77240" cy="777240"/>
          </a:xfrm>
          <a:prstGeom prst="rect">
            <a:avLst/>
          </a:prstGeom>
          <a:solidFill>
            <a:srgbClr val="E10500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1417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local-ai-discovery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1600200" y="19659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6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and select locally available models in seconds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8813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743200"/>
            <a:ext cx="10881360" cy="73152"/>
          </a:xfrm>
          <a:prstGeom prst="rect">
            <a:avLst/>
          </a:prstGeom>
          <a:solidFill>
            <a:srgbClr val="E1050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46120"/>
            <a:ext cx="10149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Scans what's actually running locally, no manual lookup needed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Lets you switch models on the fly to match the task at hand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Smooths out open-source workflows that depend on local inference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Removes a common point of friction when experimenting with new models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ect">
            <a:avLst/>
          </a:prstGeom>
          <a:solidFill>
            <a:srgbClr val="FFD8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389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77240" cy="777240"/>
          </a:xfrm>
          <a:prstGeom prst="rect">
            <a:avLst/>
          </a:prstGeom>
          <a:solidFill>
            <a:srgbClr val="FFD800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1417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 ·  /local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1600200" y="19659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6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 that make the session's capabilities visible at a glance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8813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743200"/>
            <a:ext cx="10881360" cy="73152"/>
          </a:xfrm>
          <a:prstGeom prst="rect">
            <a:avLst/>
          </a:prstGeom>
          <a:solidFill>
            <a:srgbClr val="FFD80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46120"/>
            <a:ext cx="10149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/skills lists what's installed, active, and actually available in the current session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/local was added by Cédric — visible in his latest pull request on GitHub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Turns a black-box CLI into something you can inspect before you rely on it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Reduces guesswork when debugging why a capability isn't behaving as expected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389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workflow pays off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57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320040" cy="1920240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103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Client-facing demos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265176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B6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 one-shot AI generation into something you can confidently present live — no last-minute surprises.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257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874520"/>
            <a:ext cx="320040" cy="1920240"/>
          </a:xfrm>
          <a:prstGeom prst="rect">
            <a:avLst/>
          </a:prstGeom>
          <a:solidFill>
            <a:srgbClr val="E10500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103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/ UX debugging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766560" y="265176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B6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overlaps, misplaced buttons, and confusing flows before they reach a real user.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5257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114800"/>
            <a:ext cx="320040" cy="1920240"/>
          </a:xfrm>
          <a:prstGeom prst="rect">
            <a:avLst/>
          </a:prstGeom>
          <a:solidFill>
            <a:srgbClr val="FFD800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3434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&amp; local workflows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43000" y="489204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B6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right local model fast, without breaking flow to go looking for it.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63640" y="4114800"/>
            <a:ext cx="5257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4114800"/>
            <a:ext cx="320040" cy="1920240"/>
          </a:xfrm>
          <a:prstGeom prst="rect">
            <a:avLst/>
          </a:prstGeom>
          <a:solidFill>
            <a:srgbClr val="FA500F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43434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onboarding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766560" y="489204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B6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exactly what's installed and active before you start debugging or demoing.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389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in action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3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vibe-in-chrome driving the demo built for Arthuro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737360" y="2286000"/>
            <a:ext cx="8686800" cy="3886200"/>
          </a:xfrm>
          <a:prstGeom prst="rect">
            <a:avLst/>
          </a:prstGeom>
          <a:solidFill>
            <a:srgbClr val="1E1A15"/>
          </a:solidFill>
          <a:ln w="19050">
            <a:solidFill>
              <a:srgbClr val="FF6A1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3560" y="3543300"/>
            <a:ext cx="914400" cy="914400"/>
          </a:xfrm>
          <a:prstGeom prst="rect">
            <a:avLst/>
          </a:prstGeom>
          <a:solidFill>
            <a:srgbClr val="FA500F"/>
          </a:solidFill>
          <a:ln/>
        </p:spPr>
      </p:sp>
      <p:sp>
        <p:nvSpPr>
          <p:cNvPr id="8" name="Shape 6"/>
          <p:cNvSpPr/>
          <p:nvPr/>
        </p:nvSpPr>
        <p:spPr>
          <a:xfrm rot="5400000">
            <a:off x="5934456" y="3799332"/>
            <a:ext cx="310896" cy="402336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45491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the demo video here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49606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3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(right-click this frame → Insert → Video from File)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3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/ after: from a one-prompt interface to a version tested and fixed through Chrome.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29800" y="640080"/>
            <a:ext cx="658368" cy="65836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Shape 1"/>
          <p:cNvSpPr/>
          <p:nvPr/>
        </p:nvSpPr>
        <p:spPr>
          <a:xfrm>
            <a:off x="10561320" y="640080"/>
            <a:ext cx="658368" cy="658368"/>
          </a:xfrm>
          <a:prstGeom prst="rect">
            <a:avLst/>
          </a:prstGeom>
          <a:solidFill>
            <a:srgbClr val="E10500"/>
          </a:solidFill>
          <a:ln/>
        </p:spPr>
      </p:sp>
      <p:sp>
        <p:nvSpPr>
          <p:cNvPr id="4" name="Shape 2"/>
          <p:cNvSpPr/>
          <p:nvPr/>
        </p:nvSpPr>
        <p:spPr>
          <a:xfrm>
            <a:off x="9829800" y="1371600"/>
            <a:ext cx="658368" cy="658368"/>
          </a:xfrm>
          <a:prstGeom prst="rect">
            <a:avLst/>
          </a:prstGeom>
          <a:solidFill>
            <a:srgbClr val="FFD800"/>
          </a:solidFill>
          <a:ln/>
        </p:spPr>
      </p:sp>
      <p:sp>
        <p:nvSpPr>
          <p:cNvPr id="5" name="Shape 3"/>
          <p:cNvSpPr/>
          <p:nvPr/>
        </p:nvSpPr>
        <p:spPr>
          <a:xfrm>
            <a:off x="11292840" y="1371600"/>
            <a:ext cx="658368" cy="65836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2103120"/>
            <a:ext cx="658368" cy="658368"/>
          </a:xfrm>
          <a:prstGeom prst="rect">
            <a:avLst/>
          </a:prstGeom>
          <a:solidFill>
            <a:srgbClr val="E10500"/>
          </a:solidFill>
          <a:ln/>
        </p:spPr>
      </p:sp>
      <p:sp>
        <p:nvSpPr>
          <p:cNvPr id="7" name="Shape 5"/>
          <p:cNvSpPr/>
          <p:nvPr/>
        </p:nvSpPr>
        <p:spPr>
          <a:xfrm>
            <a:off x="11292840" y="640080"/>
            <a:ext cx="658368" cy="658368"/>
          </a:xfrm>
          <a:prstGeom prst="rect">
            <a:avLst/>
          </a:prstGeom>
          <a:solidFill>
            <a:srgbClr val="FFD8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658368" y="3246120"/>
            <a:ext cx="548640" cy="82296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29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6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3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finalize the open-source contribution and open the pull request.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6126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Matthieu Carré   ·   Jacques Dumora   ·   Cédric Brzyski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Mistral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Vibe: From one shot to an observable development loop</dc:title>
  <dc:subject>Vibe — observable development loop</dc:subject>
  <dc:creator>Matthieu Carré, Jacques Dumora, Cédric Brzyski</dc:creator>
  <cp:lastModifiedBy>Matthieu Carré, Jacques Dumora, Cédric Brzyski</cp:lastModifiedBy>
  <cp:revision>1</cp:revision>
  <dcterms:created xsi:type="dcterms:W3CDTF">2026-07-18T15:01:53Z</dcterms:created>
  <dcterms:modified xsi:type="dcterms:W3CDTF">2026-07-18T15:01:53Z</dcterms:modified>
</cp:coreProperties>
</file>